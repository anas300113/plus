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Maths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What is 7 x 8?</a:t>
            </a:r>
          </a:p>
          <a:p>
            <a:r>
              <a:t>A) 54 B) 56 C) 58</a:t>
            </a:r>
          </a:p>
          <a:p/>
          <a:p>
            <a:r>
              <a:t>2. Simplify 12/18.</a:t>
            </a:r>
          </a:p>
          <a:p>
            <a:r>
              <a:t>A) 1/2 B) 2/3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